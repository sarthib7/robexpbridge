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demo. ExperienceBridge transfers a typed recovery advisory between synthetic factory scenarios. The current proof is a constructed simulator, not a physical deployment.</a:t>
            </a:r>
          </a:p>
          <a:p/>
          <a:p>
            <a:r>
              <a:t>Evidence: VERIFIED: npm run demo; npm test, 13 October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not measured customer demand or downtime savings. The buyer hypothesis is a systems integrator or fleet operator who repeatedly solves similar recovery problems.</a:t>
            </a:r>
          </a:p>
          <a:p/>
          <a:p>
            <a:r>
              <a:t>Evidence: INFERRED: commercial hypothesis. Source: vision.md, Why now /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existing controller retains execution authority. No physical robot commands or downloaded robot procedures are executed.</a:t>
            </a:r>
          </a:p>
          <a:p/>
          <a:p>
            <a:r>
              <a:t>Evidence: VERIFIED: scripts/demo.ts; src/memory/match.ts; npm run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npm run demo. Point to identical seed and fixture for Arm B. The lower force succeeds because of deterministic scenario rules. These results do not establish general transfer effectiveness.</a:t>
            </a:r>
          </a:p>
          <a:p/>
          <a:p>
            <a:r>
              <a:t>Evidence: VERIFIED: npm run demo. One fixed case; no statistical or real-world performance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describe a digest as a signature. Replacing both record and digest can evade this check. Current identities and outcome declarations are synthetic.</a:t>
            </a:r>
          </a:p>
          <a:p/>
          <a:p>
            <a:r>
              <a:t>Evidence: VERIFIED: src/memory/match.ts; src/memory/integrity.ts; npm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peaq has a direct role in the proposed exchange: attribution and settlement between owners. Neither role is integrated today. Pricing and willingness to pay remain untested.</a:t>
            </a:r>
          </a:p>
          <a:p/>
          <a:p>
            <a:r>
              <a:t>Evidence: INFERRED: proposed economic design. VERIFIED: current receipt is simulated; transactionHash: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service is local, unauthenticated and intended for synthetic demos. Passing tests proves these checks pass, not production safety or durability.</a:t>
            </a:r>
          </a:p>
          <a:p/>
          <a:p>
            <a:r>
              <a:t>Evidence: VERIFIED: npm test: tests 15, pass 15, fail 0. Source: package.json;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retrieval is novel or that competitors lack this feature. Cross-owner rights and transfer quality are the questions that need evidence.</a:t>
            </a:r>
          </a:p>
          <a:p/>
          <a:p>
            <a:r>
              <a:t>Evidence: INFERRED: positioning and differentiation hypothesis. Source: vision.md, competitive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Least confident decisions: 1. Independent operators will share lessons with usable rights. 2. Compatibility rules will generalize beyond the fixed simulator. 3. Licensed access will justify transaction and validation costs.</a:t>
            </a:r>
          </a:p>
          <a:p/>
          <a:p>
            <a:r>
              <a:t>Evidence: INFERRED: proposed next work. Source: vision.md, Decision gates. No pilots or revenue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https://superteam.fun/earn/listing/build-solutions-advancing-the-machine-economy-with-peaq . The listing welcomes early prototypes and judges technical work, impact, clarity and Machine Economy focus. It warns against decks replacing demos. It is restricted to Germany; confirm eligibility before submission.</a:t>
            </a:r>
          </a:p>
          <a:p/>
          <a:p>
            <a:r>
              <a:t>Evidence: VERIFIED: bounty criteria fetched 13 October 2026. See speaker notes for listing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running the demo, not by promising scale. Ask for ecosystem feedback on real machine attribution and a permitted operator pilot. No funding amount, customer traction or commercial savings are asserted.</a:t>
            </a:r>
          </a:p>
          <a:p/>
          <a:p>
            <a:r>
              <a:t>Evidence: VERIFIED: working local simulator. INFERRED: future exchange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EXPERIENCEBRIDGE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One robot’s recovery.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Another robot’s next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An evidence-backed exchange for robot recovery lessons.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5294376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THE 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49286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4F7F5"/>
                </a:solidFill>
                <a:latin typeface="Aptos"/>
              </a:defRPr>
            </a:pPr>
            <a:r>
              <a:t>Share a compatible recovery before another machine repeats the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1" y="3337560"/>
            <a:ext cx="5294376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566160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THE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050791"/>
            <a:ext cx="49286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4F7F5"/>
                </a:solidFill>
                <a:latin typeface="Aptos"/>
              </a:defRPr>
            </a:pPr>
            <a:r>
              <a:t>A working, deterministic three-arm simulator with 15 passing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VERIFIED: npm run demo; npm test, 13 October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01 /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Useful recovery lessons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need a path across owners.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Start with connector insertion across independent factories.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5294376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CURRENT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49286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4F7F5"/>
                </a:solidFill>
                <a:latin typeface="Aptos"/>
              </a:defRPr>
            </a:pPr>
            <a:r>
              <a:t>Operators may repeat commissioning and recovery work when lessons stay inside deployments.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1" y="3337560"/>
            <a:ext cx="5294376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566160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WHAT MUST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050791"/>
            <a:ext cx="49286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4F7F5"/>
                </a:solidFill>
                <a:latin typeface="Aptos"/>
              </a:defRPr>
            </a:pPr>
            <a:r>
              <a:t>Hardware context, evidence and permission to use the lesson. A procedure alone is insufficient.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INFERRED: commercial hypothesis. Source: vision.md, Why now / problem.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02 /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Consult experience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before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A narrow path from a recorded failure to a compatible advisory.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CONTRIBUTE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Arm A records a failure and a simulator-tested recovery.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664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CONSULT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Arm B queries by task, hardware and fixture. The service returns an advisory only when the gates pass.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REJECT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Arm C has a different gripper. The service refuses the transfer.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VERIFIED: scripts/demo.ts; src/memory/match.ts; npm run demo.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03 /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Same fixture.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Different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Constructed scenario: seed 7, fixture-7, connector insertion.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WITHOUT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Arm B: 12 N → slip. Baseline failures: 1/1.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664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WITH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Arm B: 8 N → success. Recovery successes: 1/1.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INCOMPATIBLE 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Arm C: vacuum-v2 → gripper mismatch. Advisory: null.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VERIFIED: npm run demo. One fixed case; no statistical or real-world performance claim.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04 /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A useful lesson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needs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The service refuses unsafe or unsupported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COMPATIBILITY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Task, robot model, gripper, connector, material, fixture and force envelope must match.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664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EVIDENCE &amp;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Replay the fixed recovery. Reject expired, revoked or insufficient-evidence records. Missing context requires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Canonical SHA-256 detects edits against the saved digest. Contributor claims remain unauthenticated.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VERIFIED: src/memory/match.ts; src/memory/integrity.ts; npm test.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05 / MACHINE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The traded service: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a permitted recovery lesson.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Proposed deal: Factory B licenses an applicable insight from Factory 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VALUE EXCHANGE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Contributor supplies a lesson with evidence and permitted uses. Consumer obtains a compatible advisory.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664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PEAQ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Planned machine identity links attribution to machines. Planned settlement records licensed access.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DATA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Keep experience content offchain. Record economic events without publishing proprietary telemetry.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INFERRED: proposed economic design. VERIFIED: current receipt is simulated; transactionHash: null.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06 /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The core path runs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TypeScript + Fastify + Zod + local JSON + Node crypto.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Publish → persist → query → verify → advise → replay. HTTP API and one-command CLI demo.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664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CHECKED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15 tests passed, 0 failed. Includes mismatches, tampering, expiry, unsafe force and simulated payment errors.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INTEGRATION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peaq receipt: simulated. Machine ID: synthetic. dstack and ROS: not implemented.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VERIFIED: npm test: tests 15, pass 15, fail 0. Source: package.json; README.md.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07 /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Test the cross-owner exchange.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The proposed value is compatible transfer with explicit rights.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EXISTING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Controllers handle execution. Simulators test procedures. Fleet tools already capture operational knowledge.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664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EXPERIENCEBRIDGE 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 context-gated exchange across independent owners may add value to those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HOW TO EARN THE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Test held-out scenarios and interview operators. Compare against existing fleet recovery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INFERRED: positioning and differentiation hypothesis. Source: vision.md, competitive risks.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08 /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Prove usefulness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beyond the toy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Advance only when technical and commercial evidence support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NEXT TECHNICAL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Activate a real peaq machine identity and verify a permitted activity or settlement event.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664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NEXT TRANSFER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Use held-out tasks and multiple configurations. Measure correct transfers and rejected mismatches.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NEXT BUYER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Seek two independent operators and test whether avoided recovery work justifies integration and licensing costs.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INFERRED: proposed next work. Source: vision.md, Decision gates. No pilots or revenue claimed.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09 / BOUNTY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A working prototype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for machine knowledge commerce.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Built for the peaq Machine Economy track.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TECHNICAL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Reproducible demo, typed API, deterministic gates and negative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7784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664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ECONOMIC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A machine-linked insight becomes a proposed licensed service between owners.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3337560"/>
            <a:ext cx="3462528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3566160"/>
            <a:ext cx="3096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HONEST SUBMISSION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4050791"/>
            <a:ext cx="30967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7F5"/>
                </a:solidFill>
                <a:latin typeface="Aptos"/>
              </a:defRPr>
            </a:pPr>
            <a:r>
              <a:t>Show the working demo first. Disclose simulated economics and the missing live peaq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VERIFIED: bounty criteria fetched 13 October 2026. See speaker notes for listing URL.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256032"/>
          </a:xfrm>
          <a:prstGeom prst="rect">
            <a:avLst/>
          </a:prstGeom>
          <a:solidFill>
            <a:srgbClr val="75E4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10 /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87552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Help machines reuse</a:t>
            </a:r>
          </a:p>
          <a:p>
            <a:pPr>
              <a:defRPr sz="3800" b="1">
                <a:solidFill>
                  <a:srgbClr val="F4F7F5"/>
                </a:solidFill>
                <a:latin typeface="Aptos"/>
              </a:defRPr>
            </a:pPr>
            <a:r>
              <a:t>a recovery worth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9B5B7"/>
                </a:solidFill>
                <a:latin typeface="Aptos"/>
              </a:defRPr>
            </a:pPr>
            <a:r>
              <a:t>ExperienceBridge proves one narrow transfer path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3337560"/>
            <a:ext cx="5294376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66160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WATCH THE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050791"/>
            <a:ext cx="49286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4F7F5"/>
                </a:solidFill>
                <a:latin typeface="Aptos"/>
              </a:defRPr>
            </a:pPr>
            <a:r>
              <a:t>npm run demo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1" y="3337560"/>
            <a:ext cx="5294376" cy="2194560"/>
          </a:xfrm>
          <a:prstGeom prst="rect">
            <a:avLst/>
          </a:prstGeom>
          <a:solidFill>
            <a:srgbClr val="1C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566160"/>
            <a:ext cx="4928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5E4B3"/>
                </a:solidFill>
                <a:latin typeface="Aptos"/>
              </a:defRPr>
            </a:pPr>
            <a:r>
              <a:t>WHAT WE WANT TO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050791"/>
            <a:ext cx="492861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4F7F5"/>
                </a:solidFill>
                <a:latin typeface="Aptos"/>
              </a:defRPr>
            </a:pPr>
            <a:r>
              <a:t>Real machine attribution, permitted exchange and transfer beyond one constructed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00760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9B5B7"/>
                </a:solidFill>
                <a:latin typeface="Aptos"/>
              </a:defRPr>
            </a:pPr>
            <a:r>
              <a:t>VERIFIED: working local simulator. INFERRED: future exchange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217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5E4B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